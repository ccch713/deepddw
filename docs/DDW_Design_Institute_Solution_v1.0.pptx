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DDW 设计院智能解决方案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资质管理 + 投标书撰写 + 造价知识库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DDW AI Hub 平台 · 数据不出内网 · AI 驱动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武汉锐果互动信息技术有限公司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设计院面临的三大痛点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325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资质管理混乱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证书分散在Excel和纸质文件中，到期续期靠人工记忆，挂证风险无法及时发现。投标时无法快速匹配'项目资质→可用人员'。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76809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560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投标效率低下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技术标/商务标撰写耗时3-7天，格式要求严格，废标风险高。同一项目多家投标需要差异化内容，工作量翻倍。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76809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794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造价数据沉睡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41605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历史项目造价数据散落在各项目负责人手中，新项目估算依赖个人经验。Excel/PDF/广联达文件无法被系统性复用。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三位一体解决方案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一个平台，三个插件，按需装配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32004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人员资质管理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ddw-personnel-qual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全类型证书台账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智能到期预警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投标人员匹配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挂证风险检测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2560320" cy="32004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46304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投标标书撰写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ddw-bid-writer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招标文件智能解析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技术标/商务标生成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多风格差异化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合规检查+排版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463040"/>
            <a:ext cx="2560320" cy="32004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46304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造价知识库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ddw-cost-knowledge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2423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历史文件自动提炼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自然语言查询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造价估算辅助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383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指标看板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插件一：设计人员资质管理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解决：证书管理混乱 · 投标人员匹配慢 · 挂证风险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全类型证书台账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注册建筑师/结构师/设备师/监理/造价/咨询/建造师等全覆盖。支持Excel批量导入。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智能到期预警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9659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90/60/30/7天分级提醒。继教育学时不足预警。挂证风险自动检测。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投标人员匹配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输入招标资质要求 → AI自动匹配院内可用人员 → 按匹配度排序推荐。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365760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人员全景视图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6118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个人档案+组织架构+证书分布+利用率分析。一页看全院资质健康状态。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插件二：投标标书智能撰写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解决：标书撰写耗时长 · 废标风险高 · 多版本差异化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63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上传招标文件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PDF/Word/扫描件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7452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1463040"/>
            <a:ext cx="1463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508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AI智能解析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评分点+资质+废标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0" y="1463040"/>
            <a:ext cx="1463040" cy="9144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508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标书自动生成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技术标+商务标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5780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32120" y="1463040"/>
            <a:ext cx="1463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508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合规检查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格式+内容+查重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949440" y="1691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23760" y="1463040"/>
            <a:ext cx="1463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1508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导出Word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2376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排版+装订就绪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" y="2651760"/>
            <a:ext cx="7680960" cy="201168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2743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投标书修饰功能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同一项目投递多份标书时，AI自动生成内容差异化版本，确保专业性和独特性。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97280" y="3566160"/>
            <a:ext cx="1280160" cy="4572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3566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措辞风格差异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0" y="3566160"/>
            <a:ext cx="1280160" cy="4572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0" y="3566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章节结构调整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023360" y="3566160"/>
            <a:ext cx="1280160" cy="4572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0" y="3566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图表排版差异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0" y="3566160"/>
            <a:ext cx="1280160" cy="4572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3566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表述方式差异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49440" y="3566160"/>
            <a:ext cx="1280160" cy="4572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35661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专业术语替换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" y="4114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用户可自行选择修饰维度，AI基于语义改写确保内容准确性和专业性。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插件三：历史造价知识库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解决：历史数据沉睡 · 造价估算靠经验 · 无法复用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智能导入流程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463040" cy="45720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65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粘贴文件夹路径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1460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26080" y="1965960"/>
            <a:ext cx="1463040" cy="45720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965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自动扫描识别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4340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965960"/>
            <a:ext cx="1463040" cy="4572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965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AI提炼结构化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1965960"/>
            <a:ext cx="1463040" cy="45720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965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保存到知识库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2468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支持格式：Excel预算表 · PDF结算报告 · 广联达导出文件 · 造价咨询报告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017520"/>
            <a:ext cx="246888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自然语言查询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520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"类似住宅项目暖通占比多少？" AI即时回答。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3017520"/>
            <a:ext cx="246888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1188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造价估算辅助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11880" y="3520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输入项目参数 → 匹配历史数据 → 生成估算区间。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017520"/>
            <a:ext cx="246888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指标看板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3520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全院造价数据概览：单方造价、专业占比、材料趋势。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自托管 · 数据不出内网 · 插件化按需装配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7680960" cy="594360"/>
          </a:xfrm>
          <a:prstGeom prst="roundRect">
            <a:avLst>
              <a:gd name="adj" fmla="val 4615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81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前端界面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481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 Design 企业OA风格  |  资质看板 / 标书编辑器 / 造价查询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7680960" cy="594360"/>
          </a:xfrm>
          <a:prstGeom prst="roundRect">
            <a:avLst>
              <a:gd name="adj" fmla="val 4615"/>
            </a:avLst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DDW AI Hub 平台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2128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插件市场 / 权限管理 / 用户认证 / 审计日志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7680960" cy="594360"/>
          </a:xfrm>
          <a:prstGeom prst="roundRect">
            <a:avLst>
              <a:gd name="adj" fmla="val 4615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44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DDW 插件层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9443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ddw-personnel-qual | ddw-bid-writer | ddw-cost-knowledge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7680960" cy="594360"/>
          </a:xfrm>
          <a:prstGeom prst="roundRect">
            <a:avLst>
              <a:gd name="adj" fmla="val 4615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758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DDW LLM Gateway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36758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统一LLM调用 / 本地Ollama + 云端备选 / Token管理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389120"/>
            <a:ext cx="3657600" cy="502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最低配置：2核CPU / 8GB内存 / 50GB磁盘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4389120"/>
            <a:ext cx="3657600" cy="5029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推荐配置：4核CPU / 16GB内存 / 200GB SSD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为什么选择 DDW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工程图纸/造价数据/投标文件全程内网运行，绝不上传云端。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417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9496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行业垂直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专为设计院业务流程设计，不是通用AI工具的简单套壳。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63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知识积累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520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历史项目数据沉淀为可复用知识资产，越用越智能。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3657600" cy="1371600"/>
          </a:xfrm>
          <a:prstGeom prst="roundRect">
            <a:avLst>
              <a:gd name="adj" fmla="val 3333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063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394960" y="3063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按需装配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35204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三个插件独立运行，按需开启。一个平台解决多类需求。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下一步计划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371600"/>
            <a:ext cx="1371600" cy="41148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第一阶段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人员资质管理插件开发+部署试点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6888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1-2周 · 即将启动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286000"/>
            <a:ext cx="1371600" cy="411480"/>
          </a:xfrm>
          <a:prstGeom prst="roundRect">
            <a:avLst>
              <a:gd name="adj" fmla="val 6667"/>
            </a:avLst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86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第二阶段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造价知识库插件开发+数据导入验证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2-3周 · 计划中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200400"/>
            <a:ext cx="1371600" cy="411480"/>
          </a:xfrm>
          <a:prstGeom prst="roundRect">
            <a:avLst>
              <a:gd name="adj" fmla="val 6667"/>
            </a:avLst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00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第三阶段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3108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投标标书撰写插件开发+全流程联调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3-4周 · 计划中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76809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114800"/>
            <a:ext cx="1371600" cy="411480"/>
          </a:xfrm>
          <a:prstGeom prst="roundRect">
            <a:avLst>
              <a:gd name="adj" fmla="val 6667"/>
            </a:avLst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14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第四阶段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4023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客户反馈迭代+功能优化+推广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4343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 · 持续进行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感谢您的关注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DDW 设计院智能解决方案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武汉锐果互动信息技术有限公司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期待与您的进一步交流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DDW 设计院智能解决方案</dc:title>
  <dc:subject>PptxGenJS Presentation</dc:subject>
  <dc:creator>DDW AI Hub</dc:creator>
  <cp:lastModifiedBy>DDW AI Hub</cp:lastModifiedBy>
  <cp:revision>1</cp:revision>
  <dcterms:created xsi:type="dcterms:W3CDTF">2026-08-01T17:55:29Z</dcterms:created>
  <dcterms:modified xsi:type="dcterms:W3CDTF">2026-08-01T17:55:29Z</dcterms:modified>
</cp:coreProperties>
</file>